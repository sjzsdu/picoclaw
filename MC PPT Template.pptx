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3000"/>
          </a:blip>
          <a:srcRect l="0" r="0" t="14788" b="0"/>
          <a:stretch>
            <a:fillRect/>
          </a:stretch>
        </p:blipFill>
        <p:spPr>
          <a:xfrm rot="0" flipH="false" flipV="false">
            <a:off x="20" y="1282"/>
            <a:ext cx="12191980" cy="685671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" type="body" sz="quarter" hasCustomPrompt="true"/>
          </p:nvPr>
        </p:nvSpPr>
        <p:spPr>
          <a:xfrm rot="0" flipH="false" flipV="false">
            <a:off x="647700" y="2628900"/>
            <a:ext cx="7239000" cy="24383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lIns="91440" rIns="91440" tIns="45720" bIns="45720"/>
          <a:lstStyle>
            <a:lvl1pPr algn="l">
              <a:lnSpc>
                <a:spcPct val="100000"/>
              </a:lnSpc>
              <a:defRPr sz="4400" b="true" i="false" u="none" strike="noStrike" spc="300">
                <a:solidFill>
                  <a:srgbClr val="00633B">
                    <a:alpha val="100000"/>
                  </a:srgbClr>
                </a:solidFill>
                <a:latin typeface="TWKEverett-Extrabold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400" spc="300">
                <a:solidFill>
                  <a:srgbClr val="00633B"/>
                </a:solidFill>
                <a:latin typeface="TWKEverett-Extrabold"/>
                <a:ea typeface="TWKEverett-Extrabold"/>
                <a:cs typeface="TWKEverett-Extrabold"/>
                <a:sym typeface="TWKEverett-Extrabold"/>
              </a:rPr>
              <a:t>CLICK TO EDIT MASTER TITLE STYLE</a:t>
            </a:r>
          </a:p>
        </p:txBody>
      </p:sp>
      <p:sp>
        <p:nvSpPr>
          <p:cNvPr name="AutoShape 4" id="4"/>
          <p:cNvSpPr/>
          <p:nvPr>
            <p:ph idx="2" type="body" sz="quarter" hasCustomPrompt="true"/>
          </p:nvPr>
        </p:nvSpPr>
        <p:spPr>
          <a:xfrm rot="0" flipH="false" flipV="false">
            <a:off x="647700" y="5067203"/>
            <a:ext cx="8153400" cy="3868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33333"/>
              </a:lnSpc>
              <a:defRPr sz="2400" b="false" i="false" u="none" strike="noStrike" spc="100">
                <a:solidFill>
                  <a:srgbClr val="404040">
                    <a:alpha val="100000"/>
                  </a:srgbClr>
                </a:solidFill>
                <a:latin typeface="TWKEverett-Medium"/>
              </a:defRPr>
            </a:lvl1pPr>
          </a:lstStyle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2400" spc="150">
                <a:solidFill>
                  <a:srgbClr val="404040"/>
                </a:solidFill>
                <a:latin typeface="TWKEverett-Medium"/>
                <a:ea typeface="TWKEverett-Medium"/>
                <a:cs typeface="TWKEverett-Medium"/>
                <a:sym typeface="TWKEverett-Medium"/>
              </a:rPr>
              <a:t>Mike, PHD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47700" y="1748790"/>
            <a:ext cx="6170295" cy="4692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lIns="90000" rIns="90000" tIns="46800" bIns="46800"/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苹方-简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苹方-简"/>
                <a:ea typeface="苹方-简"/>
                <a:cs typeface="苹方-简"/>
                <a:sym typeface="苹方-简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" type="body" sz="quarter" hasCustomPrompt="true"/>
          </p:nvPr>
        </p:nvSpPr>
        <p:spPr>
          <a:xfrm rot="0" flipH="false" flipV="false"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lIns="90000" rIns="90000" tIns="46800" bIns="46800"/>
          <a:lstStyle>
            <a:lvl1pPr algn="l" marL="228600" indent="-228600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苹方-简"/>
              </a:defRPr>
            </a:lvl1pPr>
            <a:lvl2pPr marL="660400" indent="-203200"/>
            <a:lvl3pPr marL="1117600" indent="-203200"/>
            <a:lvl4pPr marL="1549400" indent="-177800"/>
            <a:lvl5pPr marL="2006600" indent="-177800"/>
            <a:lvl6pPr marL="2463800" indent="-177800"/>
            <a:lvl7pPr marL="2921000" indent="-177800"/>
            <a:lvl8pPr marL="3378200" indent="-177800"/>
            <a:lvl9pPr marL="3835400" indent="-177800"/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单击此处编辑母版文本样式</a:t>
            </a:r>
          </a:p>
          <a:p>
            <a:pPr algn="l" lvl="1" indent="-203200" marL="660400">
              <a:lnSpc>
                <a:spcPct val="116666"/>
              </a:lnSpc>
              <a:buClr>
                <a:srgbClr val="595959"/>
              </a:buClr>
              <a:buChar char="○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第二级</a:t>
            </a:r>
          </a:p>
          <a:p>
            <a:pPr algn="l" lvl="2" indent="-203200" marL="1117600">
              <a:lnSpc>
                <a:spcPct val="116666"/>
              </a:lnSpc>
              <a:buClr>
                <a:srgbClr val="595959"/>
              </a:buClr>
              <a:buFont typeface="Wingdings"/>
              <a:buChar char="n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第三级</a:t>
            </a:r>
          </a:p>
          <a:p>
            <a:pPr algn="l" lvl="3" indent="-177800" marL="15494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第四级</a:t>
            </a:r>
          </a:p>
          <a:p>
            <a:pPr algn="l" lvl="4" indent="-177800" marL="2006600">
              <a:lnSpc>
                <a:spcPct val="116666"/>
              </a:lnSpc>
              <a:buClr>
                <a:srgbClr val="595959"/>
              </a:buClr>
              <a:buChar char="○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苹方-简"/>
                <a:ea typeface="苹方-简"/>
                <a:cs typeface="苹方-简"/>
                <a:sym typeface="苹方-简"/>
              </a:rPr>
              <a:t>第五级</a:t>
            </a:r>
          </a:p>
        </p:txBody>
      </p:sp>
      <p:sp>
        <p:nvSpPr>
          <p:cNvPr name="AutoShape 4" id="4"/>
          <p:cNvSpPr/>
          <p:nvPr>
            <p:ph idx="5" type="body" sz="quarter"/>
          </p:nvPr>
        </p:nvSpPr>
        <p:spPr>
          <a:xfrm rot="0" flipH="false" flipV="false"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苹方-简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" type="body" sz="quarter" hasCustomPrompt="true"/>
          </p:nvPr>
        </p:nvSpPr>
        <p:spPr>
          <a:xfrm rot="0" flipH="false" flipV="false"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00000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苹方-简"/>
                <a:ea typeface="苹方-简"/>
                <a:cs typeface="苹方-简"/>
                <a:sym typeface="苹方-简"/>
              </a:rPr>
              <a:t>页脚</a:t>
            </a:r>
          </a:p>
        </p:txBody>
      </p:sp>
      <p:sp>
        <p:nvSpPr>
          <p:cNvPr name="AutoShape 6" id="6"/>
          <p:cNvSpPr/>
          <p:nvPr>
            <p:ph idx="7" type="body" sz="quarter"/>
          </p:nvPr>
        </p:nvSpPr>
        <p:spPr>
          <a:xfrm rot="0" flipH="false" flipV="false"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91440" rIns="91440" tIns="45720" bIns="45720"/>
          <a:lstStyle>
            <a:lvl1pPr algn="l">
              <a:lnSpc>
                <a:spcPct val="100000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苹方-简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media/image1.png" Type="http://schemas.openxmlformats.org/officeDocument/2006/relationships/image"/><Relationship Id="rId3" Target="../slideLayouts/slideLayout12.xml" Type="http://schemas.openxmlformats.org/officeDocument/2006/relationships/slideLayout"/><Relationship Id="rId4" Target="../slideLayouts/slideLayout13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slideLayouts/slideLayout14.xml" Type="http://schemas.openxmlformats.org/officeDocument/2006/relationships/slideLayout"/><Relationship Id="rId3" Target="../slideLayouts/slideLayout15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03225" y="332740"/>
            <a:ext cx="3179445" cy="2419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3"/>
    <p:sldLayoutId id="215748370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1" r:id="rId2"/>
    <p:sldLayoutId id="215748370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8000">
              <a:srgbClr val="000000">
                <a:alpha val="100000"/>
              </a:srgbClr>
            </a:gs>
            <a:gs pos="54000">
              <a:srgbClr val="00643C">
                <a:alpha val="100000"/>
              </a:srgbClr>
            </a:gs>
            <a:gs pos="87000">
              <a:srgbClr val="008D55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8000"/>
          </a:blip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  <a:miter lim="4000000"/>
          </a:ln>
        </p:spPr>
      </p:pic>
      <p:sp>
        <p:nvSpPr>
          <p:cNvPr name="AutoShape 3" id="3"/>
          <p:cNvSpPr/>
          <p:nvPr>
            <p:ph idx="4294967295" type="body" sz="quarter" hasCustomPrompt="true"/>
          </p:nvPr>
        </p:nvSpPr>
        <p:spPr>
          <a:xfrm rot="0" flipH="false" flipV="false">
            <a:off x="708990" y="2839453"/>
            <a:ext cx="7289800" cy="1041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45719" rIns="45719" tIns="45720" bIns="45720"/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008D55">
                    <a:alpha val="100000"/>
                  </a:srgbClr>
                </a:solidFill>
                <a:latin typeface="TWK Everet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008D55"/>
                </a:solidFill>
                <a:latin typeface="TWK Everett"/>
                <a:ea typeface="TWK Everett"/>
                <a:cs typeface="TWK Everett"/>
                <a:sym typeface="TWK Everett"/>
              </a:rPr>
              <a:t>Magicloud</a:t>
            </a:r>
            <a:r>
              <a:rPr lang="en-US" b="true" i="false" strike="noStrike" u="none" sz="4400">
                <a:solidFill>
                  <a:srgbClr val="008D55"/>
                </a:solidFill>
                <a:latin typeface="TWKEverett-Extrabold"/>
                <a:ea typeface="TWKEverett-Extrabold"/>
                <a:cs typeface="TWKEverett-Extrabold"/>
                <a:sym typeface="TWKEverett-Extrabold"/>
              </a:rPr>
              <a:t/>
            </a:r>
            <a:br>
              <a:rPr lang="en-US" b="true" i="false" strike="noStrike" u="none" sz="4400">
                <a:solidFill>
                  <a:srgbClr val="008D55"/>
                </a:solidFill>
                <a:latin typeface="TWKEverett-Extrabold"/>
                <a:ea typeface="TWKEverett-Extrabold"/>
                <a:cs typeface="TWKEverett-Extrabold"/>
                <a:sym typeface="TWKEverett-Extrabold"/>
              </a:rPr>
            </a:br>
            <a:r>
              <a:rPr lang="en-US" b="true" i="false" strike="noStrike" u="none" sz="2400">
                <a:solidFill>
                  <a:srgbClr val="FFFFFF"/>
                </a:solidFill>
                <a:latin typeface="TWK Everett"/>
                <a:ea typeface="TWK Everett"/>
                <a:cs typeface="TWK Everett"/>
                <a:sym typeface="TWK Everett"/>
              </a:rPr>
              <a:t>theme theme theme theme</a:t>
            </a:r>
          </a:p>
        </p:txBody>
      </p:sp>
      <p:sp>
        <p:nvSpPr>
          <p:cNvPr name="AutoShape 4" id="4"/>
          <p:cNvSpPr/>
          <p:nvPr>
            <p:ph idx="4294967295" type="body" sz="quarter" hasCustomPrompt="true"/>
          </p:nvPr>
        </p:nvSpPr>
        <p:spPr>
          <a:xfrm rot="0" flipH="false" flipV="false">
            <a:off x="732051" y="5615530"/>
            <a:ext cx="36957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lIns="45719" rIns="45719" tIns="45720" bIns="45720"/>
          <a:lstStyle>
            <a:lvl1pPr algn="l" marL="355600" indent="-355600">
              <a:lnSpc>
                <a:spcPct val="91666"/>
              </a:lnSpc>
              <a:defRPr sz="2800" b="false" i="false" u="none" strike="noStrike" spc="0">
                <a:solidFill>
                  <a:srgbClr val="CDCDCD">
                    <a:alpha val="100000"/>
                  </a:srgbClr>
                </a:solidFill>
                <a:latin typeface="TWK Everett"/>
              </a:defRPr>
            </a:lvl1pPr>
            <a:lvl2pPr marL="812800" indent="-355600"/>
            <a:lvl3pPr marL="1270000" indent="-355600"/>
            <a:lvl4pPr marL="1727200" indent="-355600"/>
            <a:lvl5pPr marL="2184400" indent="-355600"/>
            <a:lvl6pPr marL="2641600" indent="-355600"/>
            <a:lvl7pPr marL="3098800" indent="-355600"/>
            <a:lvl8pPr marL="3556000" indent="-355600"/>
            <a:lvl9pPr marL="4013200" indent="-355600"/>
          </a:lstStyle>
          <a:p>
            <a:pPr algn="l" indent="-355600" marL="355600">
              <a:lnSpc>
                <a:spcPct val="91666"/>
              </a:lnSpc>
              <a:buClr>
                <a:srgbClr val="CDCDCD"/>
              </a:buClr>
              <a:buChar char="•"/>
            </a:pPr>
            <a:r>
              <a:rPr lang="en-US" b="false" i="false" strike="noStrike" u="none" sz="2800">
                <a:solidFill>
                  <a:srgbClr val="CDCDCD"/>
                </a:solidFill>
                <a:latin typeface="TWK Everett"/>
                <a:ea typeface="TWK Everett"/>
                <a:cs typeface="TWK Everett"/>
                <a:sym typeface="TWK Everett"/>
              </a:rPr>
              <a:t>Name 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247640" y="836930"/>
            <a:ext cx="6277610" cy="535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647700" y="2628900"/>
            <a:ext cx="7239000" cy="1435100"/>
          </a:xfrm>
          <a:prstGeom prst="rect">
            <a:avLst/>
          </a:prstGeom>
        </p:spPr>
        <p:txBody>
          <a:bodyPr anchor="b" lIns="91440" rIns="91440" tIns="45720" bIns="45720"/>
          <a:lstStyle>
            <a:lvl1pPr algn="l">
              <a:lnSpc>
                <a:spcPct val="100000"/>
              </a:lnSpc>
              <a:defRPr sz="4400" b="true" i="false" u="none" strike="noStrike" spc="300">
                <a:solidFill>
                  <a:srgbClr val="00633B">
                    <a:alpha val="100000"/>
                  </a:srgbClr>
                </a:solidFill>
                <a:latin typeface="TWK Everett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" type="body" sz="quarter"/>
          </p:nvPr>
        </p:nvSpPr>
        <p:spPr>
          <a:xfrm rot="0" flipH="false" flipV="false">
            <a:off x="647700" y="5067203"/>
            <a:ext cx="2260600" cy="584200"/>
          </a:xfrm>
          <a:prstGeom prst="rect">
            <a:avLst/>
          </a:prstGeom>
        </p:spPr>
        <p:txBody>
          <a:bodyPr anchor="t" lIns="91440" rIns="91440" tIns="45720" bIns="45720"/>
          <a:lstStyle>
            <a:lvl1pPr algn="l">
              <a:lnSpc>
                <a:spcPct val="133333"/>
              </a:lnSpc>
              <a:defRPr sz="2400" b="false" i="false" u="none" strike="noStrike" spc="100">
                <a:solidFill>
                  <a:srgbClr val="404040">
                    <a:alpha val="100000"/>
                  </a:srgbClr>
                </a:solidFill>
                <a:latin typeface="TWK Everett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94967295" type="body" sz="quarter" hasCustomPrompt="true"/>
          </p:nvPr>
        </p:nvSpPr>
        <p:spPr>
          <a:xfrm rot="0" flipH="false" flipV="false">
            <a:off x="928370" y="824230"/>
            <a:ext cx="445770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0" rIns="0" tIns="0" bIns="0"/>
          <a:lstStyle>
            <a:lvl1pPr algn="l">
              <a:lnSpc>
                <a:spcPct val="91666"/>
              </a:lnSpc>
              <a:defRPr sz="2800" b="true" i="false" u="none" strike="noStrike" spc="0">
                <a:solidFill>
                  <a:srgbClr val="00633B">
                    <a:alpha val="100000"/>
                  </a:srgbClr>
                </a:solidFill>
                <a:latin typeface="TWK Everet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true" i="false" strike="noStrike" u="none" sz="2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OVERVIEW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8143" y="5842611"/>
            <a:ext cx="7540212" cy="420707"/>
            <a:chOff x="928143" y="5842611"/>
            <a:chExt cx="7540212" cy="420707"/>
          </a:xfrm>
        </p:grpSpPr>
        <p:sp>
          <p:nvSpPr>
            <p:cNvPr name="AutoShape 4" id="4"/>
            <p:cNvSpPr/>
            <p:nvPr/>
          </p:nvSpPr>
          <p:spPr>
            <a:xfrm rot="0" flipH="false" flipV="false">
              <a:off x="928143" y="5842611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</a:t>
              </a:r>
              <a:endParaRPr lang="en-US" sz="1100"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8023855" y="5917052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08</a:t>
              </a:r>
              <a:endParaRPr lang="en-US" sz="1100"/>
            </a:p>
          </p:txBody>
        </p:sp>
        <p:cxnSp>
          <p:nvCxnSpPr>
            <p:cNvPr name="Connector 6" id="6"/>
            <p:cNvCxnSpPr/>
            <p:nvPr/>
          </p:nvCxnSpPr>
          <p:spPr>
            <a:xfrm rot="0" flipH="false" flipV="false">
              <a:off x="928143" y="6263318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7" id="7"/>
          <p:cNvGrpSpPr/>
          <p:nvPr/>
        </p:nvGrpSpPr>
        <p:grpSpPr>
          <a:xfrm>
            <a:off x="928143" y="1599795"/>
            <a:ext cx="7540212" cy="420707"/>
            <a:chOff x="928143" y="1599795"/>
            <a:chExt cx="7540212" cy="420707"/>
          </a:xfrm>
        </p:grpSpPr>
        <p:sp>
          <p:nvSpPr>
            <p:cNvPr name="AutoShape 8" id="8"/>
            <p:cNvSpPr/>
            <p:nvPr/>
          </p:nvSpPr>
          <p:spPr>
            <a:xfrm rot="0" flipH="false" flipV="false">
              <a:off x="928143" y="1599795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 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8023855" y="1674236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01</a:t>
              </a:r>
              <a:endParaRPr lang="en-US" sz="1100"/>
            </a:p>
          </p:txBody>
        </p:sp>
        <p:cxnSp>
          <p:nvCxnSpPr>
            <p:cNvPr name="Connector 10" id="10"/>
            <p:cNvCxnSpPr/>
            <p:nvPr/>
          </p:nvCxnSpPr>
          <p:spPr>
            <a:xfrm rot="0" flipH="false" flipV="false">
              <a:off x="928143" y="2020502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11" id="11"/>
          <p:cNvGrpSpPr/>
          <p:nvPr/>
        </p:nvGrpSpPr>
        <p:grpSpPr>
          <a:xfrm>
            <a:off x="928143" y="2205912"/>
            <a:ext cx="7540212" cy="420707"/>
            <a:chOff x="928143" y="2205912"/>
            <a:chExt cx="7540212" cy="420707"/>
          </a:xfrm>
        </p:grpSpPr>
        <p:sp>
          <p:nvSpPr>
            <p:cNvPr name="AutoShape 12" id="12"/>
            <p:cNvSpPr/>
            <p:nvPr/>
          </p:nvSpPr>
          <p:spPr>
            <a:xfrm rot="0" flipH="false" flipV="false">
              <a:off x="928143" y="2205912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 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8023855" y="2280353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02</a:t>
              </a:r>
              <a:endParaRPr lang="en-US" sz="1100"/>
            </a:p>
          </p:txBody>
        </p:sp>
        <p:cxnSp>
          <p:nvCxnSpPr>
            <p:cNvPr name="Connector 14" id="14"/>
            <p:cNvCxnSpPr/>
            <p:nvPr/>
          </p:nvCxnSpPr>
          <p:spPr>
            <a:xfrm rot="0" flipH="false" flipV="false">
              <a:off x="928143" y="2626619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15" id="15"/>
          <p:cNvGrpSpPr/>
          <p:nvPr/>
        </p:nvGrpSpPr>
        <p:grpSpPr>
          <a:xfrm>
            <a:off x="928143" y="2812029"/>
            <a:ext cx="7540212" cy="420707"/>
            <a:chOff x="928143" y="2812029"/>
            <a:chExt cx="7540212" cy="420707"/>
          </a:xfrm>
        </p:grpSpPr>
        <p:sp>
          <p:nvSpPr>
            <p:cNvPr name="AutoShape 16" id="16"/>
            <p:cNvSpPr/>
            <p:nvPr/>
          </p:nvSpPr>
          <p:spPr>
            <a:xfrm rot="0" flipH="false" flipV="false">
              <a:off x="928143" y="2812029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8023855" y="2886470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03</a:t>
              </a:r>
              <a:endParaRPr lang="en-US" sz="1100"/>
            </a:p>
          </p:txBody>
        </p:sp>
        <p:cxnSp>
          <p:nvCxnSpPr>
            <p:cNvPr name="Connector 18" id="18"/>
            <p:cNvCxnSpPr/>
            <p:nvPr/>
          </p:nvCxnSpPr>
          <p:spPr>
            <a:xfrm rot="0" flipH="false" flipV="false">
              <a:off x="928143" y="3232736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19" id="19"/>
          <p:cNvGrpSpPr/>
          <p:nvPr/>
        </p:nvGrpSpPr>
        <p:grpSpPr>
          <a:xfrm>
            <a:off x="928143" y="3418146"/>
            <a:ext cx="7540212" cy="420707"/>
            <a:chOff x="928143" y="3418146"/>
            <a:chExt cx="7540212" cy="420707"/>
          </a:xfrm>
        </p:grpSpPr>
        <p:sp>
          <p:nvSpPr>
            <p:cNvPr name="AutoShape 20" id="20"/>
            <p:cNvSpPr/>
            <p:nvPr/>
          </p:nvSpPr>
          <p:spPr>
            <a:xfrm rot="0" flipH="false" flipV="false">
              <a:off x="928143" y="3418146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8023855" y="3492587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04</a:t>
              </a:r>
              <a:endParaRPr lang="en-US" sz="1100"/>
            </a:p>
          </p:txBody>
        </p:sp>
        <p:cxnSp>
          <p:nvCxnSpPr>
            <p:cNvPr name="Connector 22" id="22"/>
            <p:cNvCxnSpPr/>
            <p:nvPr/>
          </p:nvCxnSpPr>
          <p:spPr>
            <a:xfrm rot="0" flipH="false" flipV="false">
              <a:off x="928143" y="3838853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23" id="23"/>
          <p:cNvGrpSpPr/>
          <p:nvPr/>
        </p:nvGrpSpPr>
        <p:grpSpPr>
          <a:xfrm>
            <a:off x="928143" y="4024263"/>
            <a:ext cx="7540212" cy="420707"/>
            <a:chOff x="928143" y="4024263"/>
            <a:chExt cx="7540212" cy="420707"/>
          </a:xfrm>
        </p:grpSpPr>
        <p:sp>
          <p:nvSpPr>
            <p:cNvPr name="AutoShape 24" id="24"/>
            <p:cNvSpPr/>
            <p:nvPr/>
          </p:nvSpPr>
          <p:spPr>
            <a:xfrm rot="0" flipH="false" flipV="false">
              <a:off x="928143" y="4024263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 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8023855" y="4098704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05</a:t>
              </a:r>
              <a:endParaRPr lang="en-US" sz="1100"/>
            </a:p>
          </p:txBody>
        </p:sp>
        <p:cxnSp>
          <p:nvCxnSpPr>
            <p:cNvPr name="Connector 26" id="26"/>
            <p:cNvCxnSpPr/>
            <p:nvPr/>
          </p:nvCxnSpPr>
          <p:spPr>
            <a:xfrm rot="0" flipH="false" flipV="false">
              <a:off x="928143" y="4444970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27" id="27"/>
          <p:cNvGrpSpPr/>
          <p:nvPr/>
        </p:nvGrpSpPr>
        <p:grpSpPr>
          <a:xfrm>
            <a:off x="928143" y="4630380"/>
            <a:ext cx="7540212" cy="420707"/>
            <a:chOff x="928143" y="4630380"/>
            <a:chExt cx="7540212" cy="420707"/>
          </a:xfrm>
        </p:grpSpPr>
        <p:sp>
          <p:nvSpPr>
            <p:cNvPr name="AutoShape 28" id="28"/>
            <p:cNvSpPr/>
            <p:nvPr/>
          </p:nvSpPr>
          <p:spPr>
            <a:xfrm rot="0" flipH="false" flipV="false">
              <a:off x="928143" y="4630380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 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8023855" y="4704821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06</a:t>
              </a:r>
              <a:endParaRPr lang="en-US" sz="1100"/>
            </a:p>
          </p:txBody>
        </p:sp>
        <p:cxnSp>
          <p:nvCxnSpPr>
            <p:cNvPr name="Connector 30" id="30"/>
            <p:cNvCxnSpPr/>
            <p:nvPr/>
          </p:nvCxnSpPr>
          <p:spPr>
            <a:xfrm rot="0" flipH="false" flipV="false">
              <a:off x="928143" y="5051087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  <p:grpSp>
        <p:nvGrpSpPr>
          <p:cNvPr name="Group 31" id="31"/>
          <p:cNvGrpSpPr/>
          <p:nvPr/>
        </p:nvGrpSpPr>
        <p:grpSpPr>
          <a:xfrm>
            <a:off x="928143" y="5236497"/>
            <a:ext cx="7540212" cy="420707"/>
            <a:chOff x="928143" y="5236497"/>
            <a:chExt cx="7540212" cy="420707"/>
          </a:xfrm>
        </p:grpSpPr>
        <p:sp>
          <p:nvSpPr>
            <p:cNvPr name="AutoShape 32" id="32"/>
            <p:cNvSpPr/>
            <p:nvPr/>
          </p:nvSpPr>
          <p:spPr>
            <a:xfrm rot="0" flipH="false" flipV="false">
              <a:off x="928143" y="5236497"/>
              <a:ext cx="5410200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l" marL="0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595959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CONTENT TITLE 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8023855" y="5310938"/>
              <a:ext cx="4445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lIns="25400" rIns="25400" tIns="25400" bIns="25400"/>
            <a:lstStyle/>
            <a:p>
              <a:pPr algn="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643C"/>
                  </a:solidFill>
                  <a:latin typeface="TWK Everett"/>
                  <a:ea typeface="TWK Everett"/>
                  <a:cs typeface="TWK Everett"/>
                  <a:sym typeface="TWK Everett"/>
                </a:rPr>
                <a:t>07</a:t>
              </a:r>
              <a:endParaRPr lang="en-US" sz="1100"/>
            </a:p>
          </p:txBody>
        </p:sp>
        <p:cxnSp>
          <p:nvCxnSpPr>
            <p:cNvPr name="Connector 34" id="34"/>
            <p:cNvCxnSpPr/>
            <p:nvPr/>
          </p:nvCxnSpPr>
          <p:spPr>
            <a:xfrm rot="0" flipH="false" flipV="false">
              <a:off x="928143" y="5657204"/>
              <a:ext cx="7540212" cy="0"/>
            </a:xfrm>
            <a:prstGeom prst="straightConnector1">
              <a:avLst/>
            </a:prstGeom>
            <a:noFill/>
            <a:ln w="12700" cmpd="sng" cap="flat">
              <a:solidFill>
                <a:srgbClr val="E2E2E2">
                  <a:alpha val="100000"/>
                </a:srgbClr>
              </a:solidFill>
              <a:prstDash val="solid"/>
              <a:miter lim="40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TITILE TITILE TITILE TITILE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196" y="1590161"/>
            <a:ext cx="11430000" cy="3048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35E59"/>
                </a:solidFill>
                <a:latin typeface="TWK Everett"/>
                <a:ea typeface="TWK Everett"/>
                <a:cs typeface="TWK Everett"/>
                <a:sym typeface="TWK Everett"/>
              </a:rPr>
              <a:t>Some content here some content here some content here 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0040" y="1093885"/>
            <a:ext cx="5087006" cy="2304000"/>
          </a:xfrm>
          <a:prstGeom prst="roundRect">
            <a:avLst>
              <a:gd name="adj" fmla="val 8743"/>
            </a:avLst>
          </a:prstGeom>
          <a:solidFill>
            <a:srgbClr val="B1DECC">
              <a:alpha val="16863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489533" y="1533050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489533" y="1902380"/>
            <a:ext cx="4152900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 High-fidelity physics simulation built with modern technology from the ground up. High-fidelity physics simulation built with modern technology from the ground up.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52143" y="2918043"/>
            <a:ext cx="479842" cy="479842"/>
          </a:xfrm>
          <a:prstGeom prst="ellipse">
            <a:avLst/>
          </a:prstGeom>
          <a:solidFill>
            <a:srgbClr val="00633B">
              <a:alpha val="100000"/>
            </a:srgbClr>
          </a:solidFill>
          <a:ln w="50800" cap="flat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72657" y="1093885"/>
            <a:ext cx="5087006" cy="2304000"/>
          </a:xfrm>
          <a:prstGeom prst="roundRect">
            <a:avLst>
              <a:gd name="adj" fmla="val 8743"/>
            </a:avLst>
          </a:prstGeom>
          <a:solidFill>
            <a:srgbClr val="B1DECC">
              <a:alpha val="16863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82150" y="1533050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82150" y="1902380"/>
            <a:ext cx="4152900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 High-fidelity physics simulation built with modern technology from the ground up. High-fidelity physics simulation built with modern technology from the ground up.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44760" y="2918043"/>
            <a:ext cx="479842" cy="479842"/>
          </a:xfrm>
          <a:prstGeom prst="ellipse">
            <a:avLst/>
          </a:prstGeom>
          <a:solidFill>
            <a:srgbClr val="00633B">
              <a:alpha val="100000"/>
            </a:srgbClr>
          </a:solidFill>
          <a:ln w="50800" cap="flat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0040" y="3614346"/>
            <a:ext cx="5087006" cy="2304000"/>
          </a:xfrm>
          <a:prstGeom prst="roundRect">
            <a:avLst>
              <a:gd name="adj" fmla="val 8743"/>
            </a:avLst>
          </a:prstGeom>
          <a:solidFill>
            <a:srgbClr val="B1DECC">
              <a:alpha val="16863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89533" y="4053511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89533" y="4422841"/>
            <a:ext cx="4152900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 High-fidelity physics simulation built with modern technology from the ground up. High-fidelity physics simulation built with modern technology from the ground up.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52143" y="5438504"/>
            <a:ext cx="479842" cy="479842"/>
          </a:xfrm>
          <a:prstGeom prst="ellipse">
            <a:avLst/>
          </a:prstGeom>
          <a:solidFill>
            <a:srgbClr val="00633B">
              <a:alpha val="100000"/>
            </a:srgbClr>
          </a:solidFill>
          <a:ln w="50800" cap="flat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2657" y="3614346"/>
            <a:ext cx="5087006" cy="2304000"/>
          </a:xfrm>
          <a:prstGeom prst="roundRect">
            <a:avLst>
              <a:gd name="adj" fmla="val 8743"/>
            </a:avLst>
          </a:prstGeom>
          <a:solidFill>
            <a:srgbClr val="B1DECC">
              <a:alpha val="16863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82150" y="4053511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82150" y="4422841"/>
            <a:ext cx="4152900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 High-fidelity physics simulation built with modern technology from the ground up. High-fidelity physics simulation built with modern technology from the ground up.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44760" y="5438504"/>
            <a:ext cx="479842" cy="479842"/>
          </a:xfrm>
          <a:prstGeom prst="ellipse">
            <a:avLst/>
          </a:prstGeom>
          <a:solidFill>
            <a:srgbClr val="00633B">
              <a:alpha val="100000"/>
            </a:srgbClr>
          </a:solidFill>
          <a:ln w="50800" cap="flat">
            <a:solidFill>
              <a:srgbClr val="FFFFFF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-5400000" flipH="false" flipV="false">
            <a:off x="993140" y="3081020"/>
            <a:ext cx="198120" cy="196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-5400000" flipH="false" flipV="false">
            <a:off x="6383655" y="3081020"/>
            <a:ext cx="198120" cy="196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-5400000" flipH="false" flipV="false">
            <a:off x="993140" y="5589905"/>
            <a:ext cx="198120" cy="196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-5400000" flipH="false" flipV="false">
            <a:off x="6383655" y="5589905"/>
            <a:ext cx="198120" cy="1968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0110" y="1852930"/>
            <a:ext cx="5086985" cy="1151890"/>
          </a:xfrm>
          <a:prstGeom prst="roundRect">
            <a:avLst>
              <a:gd name="adj" fmla="val 8744"/>
            </a:avLst>
          </a:prstGeom>
          <a:solidFill>
            <a:srgbClr val="F4F4F4">
              <a:alpha val="4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847038" y="2110265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847215" y="2479675"/>
            <a:ext cx="3949700" cy="292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39510" y="1852930"/>
            <a:ext cx="5086985" cy="1151890"/>
          </a:xfrm>
          <a:prstGeom prst="roundRect">
            <a:avLst>
              <a:gd name="adj" fmla="val 8744"/>
            </a:avLst>
          </a:prstGeom>
          <a:solidFill>
            <a:srgbClr val="F4F4F4">
              <a:alpha val="4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206438" y="2110265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206615" y="2479675"/>
            <a:ext cx="3949700" cy="292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75055" y="2203450"/>
            <a:ext cx="612140" cy="47371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601460" y="2200275"/>
            <a:ext cx="447675" cy="5238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880110" y="3224530"/>
            <a:ext cx="5086985" cy="1151890"/>
          </a:xfrm>
          <a:prstGeom prst="roundRect">
            <a:avLst>
              <a:gd name="adj" fmla="val 8744"/>
            </a:avLst>
          </a:prstGeom>
          <a:solidFill>
            <a:srgbClr val="F4F4F4">
              <a:alpha val="4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847038" y="3481865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47215" y="3851275"/>
            <a:ext cx="3949700" cy="292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39510" y="3224530"/>
            <a:ext cx="5086985" cy="1151890"/>
          </a:xfrm>
          <a:prstGeom prst="roundRect">
            <a:avLst>
              <a:gd name="adj" fmla="val 8744"/>
            </a:avLst>
          </a:prstGeom>
          <a:solidFill>
            <a:srgbClr val="F4F4F4">
              <a:alpha val="4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206438" y="3481865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206615" y="3851275"/>
            <a:ext cx="3949700" cy="292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0110" y="4596130"/>
            <a:ext cx="5086985" cy="1151890"/>
          </a:xfrm>
          <a:prstGeom prst="roundRect">
            <a:avLst>
              <a:gd name="adj" fmla="val 8744"/>
            </a:avLst>
          </a:prstGeom>
          <a:solidFill>
            <a:srgbClr val="F4F4F4">
              <a:alpha val="4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847038" y="4853465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847215" y="5222875"/>
            <a:ext cx="3949700" cy="292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39510" y="4596130"/>
            <a:ext cx="5086985" cy="1151890"/>
          </a:xfrm>
          <a:prstGeom prst="roundRect">
            <a:avLst>
              <a:gd name="adj" fmla="val 8744"/>
            </a:avLst>
          </a:prstGeom>
          <a:solidFill>
            <a:srgbClr val="F4F4F4">
              <a:alpha val="4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06438" y="4853465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06615" y="5222875"/>
            <a:ext cx="3949700" cy="292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173480" y="3569970"/>
            <a:ext cx="428625" cy="52451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544310" y="3576320"/>
            <a:ext cx="561975" cy="4857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136015" y="4943475"/>
            <a:ext cx="504190" cy="51181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572885" y="4939030"/>
            <a:ext cx="503555" cy="5238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Input Title Here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Input Title Here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929493" y="4560742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573893" y="4929042"/>
            <a:ext cx="2730500" cy="8890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High-fidelity physics simulation built with modern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6350" y="4560742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730750" y="4929042"/>
            <a:ext cx="2730500" cy="8890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High-fidelity physics simulation built with modern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43207" y="4560742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87607" y="4929042"/>
            <a:ext cx="2730500" cy="8890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High-fidelity physics simulation built with modern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20109" r="24245" t="0" b="0"/>
          <a:stretch>
            <a:fillRect/>
          </a:stretch>
        </p:blipFill>
        <p:spPr>
          <a:xfrm rot="0" flipH="false" flipV="false">
            <a:off x="4730750" y="1687599"/>
            <a:ext cx="2730500" cy="2748329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20109" r="24245" t="0" b="0"/>
          <a:stretch>
            <a:fillRect/>
          </a:stretch>
        </p:blipFill>
        <p:spPr>
          <a:xfrm rot="0" flipH="false" flipV="false">
            <a:off x="7887607" y="1687599"/>
            <a:ext cx="2730500" cy="2748329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20109" r="24245" t="0" b="0"/>
          <a:stretch>
            <a:fillRect/>
          </a:stretch>
        </p:blipFill>
        <p:spPr>
          <a:xfrm rot="0" flipH="false" flipV="false">
            <a:off x="1827893" y="1941599"/>
            <a:ext cx="2730500" cy="2748329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7139" y="978586"/>
            <a:ext cx="10274300" cy="10668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</a:t>
            </a: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87139" y="2209800"/>
            <a:ext cx="4064000" cy="24384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 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  <a:endParaRPr lang="en-US" sz="1100"/>
          </a:p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</a:p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</a:p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</a:p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</a:p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</a:t>
            </a:r>
            <a:r>
              <a:rPr lang="en-US" b="false" i="false" strike="noStrike" u="none" sz="1600">
                <a:solidFill>
                  <a:srgbClr val="1F2329"/>
                </a:solidFill>
                <a:latin typeface="TWK Everett"/>
                <a:ea typeface="TWK Everett"/>
                <a:cs typeface="TWK Everett"/>
                <a:sym typeface="TWK Everett"/>
              </a:rPr>
              <a:t/>
            </a:r>
          </a:p>
          <a:p>
            <a:pPr algn="l" indent="-152400" marL="152400">
              <a:lnSpc>
                <a:spcPct val="18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6102" r="18600" t="10473" b="0"/>
          <a:stretch>
            <a:fillRect/>
          </a:stretch>
        </p:blipFill>
        <p:spPr>
          <a:xfrm rot="0" flipH="false" flipV="false">
            <a:off x="5434003" y="978586"/>
            <a:ext cx="6062037" cy="4655089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Input Title Here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87139" y="1945731"/>
            <a:ext cx="3409950" cy="3563556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7364" y="2647539"/>
            <a:ext cx="2349500" cy="8255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4396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48862" y="3855984"/>
            <a:ext cx="3086505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0" flipH="false" flipV="false">
            <a:off x="1996149" y="3623700"/>
            <a:ext cx="54594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386239" y="1945731"/>
            <a:ext cx="3409950" cy="3563556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16464" y="2647539"/>
            <a:ext cx="2349500" cy="8255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4396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47962" y="3855984"/>
            <a:ext cx="3098800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0" flipH="false" flipV="false">
            <a:off x="5795249" y="3623700"/>
            <a:ext cx="54594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140907" y="1945731"/>
            <a:ext cx="3409950" cy="3563556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71132" y="2647539"/>
            <a:ext cx="2349500" cy="8255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4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4396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02629" y="3855984"/>
            <a:ext cx="3098800" cy="1092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0" flipH="false" flipV="false">
            <a:off x="9549916" y="3623700"/>
            <a:ext cx="54594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2930" y="1270000"/>
            <a:ext cx="3409950" cy="4318000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0" flipH="false" flipV="false">
            <a:off x="903605" y="2215515"/>
            <a:ext cx="2762250" cy="0"/>
          </a:xfrm>
          <a:prstGeom prst="line">
            <a:avLst/>
          </a:prstGeom>
          <a:noFill/>
          <a:ln w="12700" cap="flat">
            <a:solidFill>
              <a:srgbClr val="00643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903428" y="1764825"/>
            <a:ext cx="2339798" cy="4064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2442845"/>
            <a:ext cx="3035300" cy="3035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>
            <a:lvl1pPr marL="152400" indent="-152400"/>
            <a:lvl2pPr marL="609600" indent="-152400"/>
            <a:lvl3pPr marL="1066800" indent="-152400"/>
            <a:lvl4pPr marL="1524000" indent="-152400"/>
            <a:lvl5pPr marL="1981200" indent="-152400"/>
            <a:lvl6pPr marL="2438400" indent="-152400"/>
            <a:lvl7pPr marL="2895600" indent="-152400"/>
            <a:lvl8pPr marL="3352800" indent="-152400"/>
            <a:lvl9pPr marL="3810000" indent="-152400"/>
          </a:lstStyle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"/>
                <a:ea typeface="TWK Everett"/>
                <a:cs typeface="TWK Everett"/>
                <a:sym typeface="TWK Everett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22775" y="1270000"/>
            <a:ext cx="3409950" cy="4318000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743450" y="2215515"/>
            <a:ext cx="2762250" cy="0"/>
          </a:xfrm>
          <a:prstGeom prst="line">
            <a:avLst/>
          </a:prstGeom>
          <a:noFill/>
          <a:ln w="12700" cap="flat">
            <a:solidFill>
              <a:srgbClr val="00643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743273" y="1764825"/>
            <a:ext cx="2339798" cy="4064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1365" y="2442845"/>
            <a:ext cx="3035300" cy="3035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>
            <a:lvl1pPr marL="152400" indent="-152400"/>
            <a:lvl2pPr marL="609600" indent="-152400"/>
            <a:lvl3pPr marL="1066800" indent="-152400"/>
            <a:lvl4pPr marL="1524000" indent="-152400"/>
            <a:lvl5pPr marL="1981200" indent="-152400"/>
            <a:lvl6pPr marL="2438400" indent="-152400"/>
            <a:lvl7pPr marL="2895600" indent="-152400"/>
            <a:lvl8pPr marL="3352800" indent="-152400"/>
            <a:lvl9pPr marL="3810000" indent="-152400"/>
          </a:lstStyle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"/>
                <a:ea typeface="TWK Everett"/>
                <a:cs typeface="TWK Everett"/>
                <a:sym typeface="TWK Everett"/>
              </a:rPr>
              <a:t> 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62620" y="1270000"/>
            <a:ext cx="3409950" cy="4318000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8583295" y="2215515"/>
            <a:ext cx="2762250" cy="0"/>
          </a:xfrm>
          <a:prstGeom prst="line">
            <a:avLst/>
          </a:prstGeom>
          <a:noFill/>
          <a:ln w="12700" cap="flat">
            <a:solidFill>
              <a:srgbClr val="00643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583118" y="1764825"/>
            <a:ext cx="2339798" cy="4064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411210" y="2442845"/>
            <a:ext cx="3035300" cy="3035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>
            <a:lvl1pPr marL="152400" indent="-152400"/>
            <a:lvl2pPr marL="609600" indent="-152400"/>
            <a:lvl3pPr marL="1066800" indent="-152400"/>
            <a:lvl4pPr marL="1524000" indent="-152400"/>
            <a:lvl5pPr marL="1981200" indent="-152400"/>
            <a:lvl6pPr marL="2438400" indent="-152400"/>
            <a:lvl7pPr marL="2895600" indent="-152400"/>
            <a:lvl8pPr marL="3352800" indent="-152400"/>
            <a:lvl9pPr marL="3810000" indent="-152400"/>
          </a:lstStyle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indent="-152400" marL="152400">
              <a:lnSpc>
                <a:spcPct val="108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"/>
                <a:ea typeface="TWK Everett"/>
                <a:cs typeface="TWK Everett"/>
                <a:sym typeface="TWK Everett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124325" y="1764030"/>
            <a:ext cx="2372360" cy="3640455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262578" y="2033430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262755" y="2564130"/>
            <a:ext cx="2146300" cy="2705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858" y="1764665"/>
            <a:ext cx="3416300" cy="10668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r>
              <a:rPr lang="en-US" b="true" i="false" strike="noStrike" u="none" sz="3200">
                <a:solidFill>
                  <a:srgbClr val="00643C"/>
                </a:solidFill>
                <a:latin typeface="Arial Bold"/>
                <a:ea typeface="Arial Bold"/>
                <a:cs typeface="Arial Bold"/>
                <a:sym typeface="Arial Bold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Title Here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4035" y="4133850"/>
            <a:ext cx="2590800" cy="685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858" y="2853055"/>
            <a:ext cx="3797300" cy="3683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0" flipH="false" flipV="false">
            <a:off x="592455" y="3711575"/>
            <a:ext cx="977900" cy="0"/>
          </a:xfrm>
          <a:prstGeom prst="line">
            <a:avLst/>
          </a:prstGeom>
          <a:noFill/>
          <a:ln w="12700" cap="flat">
            <a:solidFill>
              <a:srgbClr val="00643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689725" y="1764030"/>
            <a:ext cx="2372360" cy="3640455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30518" y="2033430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28155" y="2564130"/>
            <a:ext cx="2146300" cy="2705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249410" y="1764030"/>
            <a:ext cx="2372360" cy="3640455"/>
          </a:xfrm>
          <a:prstGeom prst="roundRect">
            <a:avLst>
              <a:gd name="adj" fmla="val 5085"/>
            </a:avLst>
          </a:prstGeom>
          <a:solidFill>
            <a:srgbClr val="F4F4F4">
              <a:alpha val="45000"/>
            </a:srgbClr>
          </a:solidFill>
          <a:ln w="12700" cmpd="sng" cap="flat">
            <a:solidFill>
              <a:srgbClr val="00643C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84488" y="2033430"/>
            <a:ext cx="2019300" cy="3683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87840" y="2564130"/>
            <a:ext cx="2146300" cy="27051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a with modern technology from the a some ground up. High-fidelity physics simulation built with modern technology from the ground up. </a:t>
            </a:r>
            <a:r>
              <a:rPr lang="en-US" b="false" i="false" strike="noStrike" u="none" sz="1200">
                <a:solidFill>
                  <a:srgbClr val="595959"/>
                </a:solidFill>
                <a:latin typeface="Arial Regular"/>
                <a:ea typeface="Arial Regular"/>
                <a:cs typeface="Arial Regular"/>
                <a:sym typeface="Arial Regular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/>
            </a:r>
            <a:endParaRPr sz="18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High-fidelity physics simulation built with modern technology from the ground up.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Input Title Here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83895" y="1785620"/>
            <a:ext cx="10711180" cy="583565"/>
          </a:xfrm>
          <a:prstGeom prst="rect">
            <a:avLst/>
          </a:prstGeom>
          <a:solidFill>
            <a:srgbClr val="00643C">
              <a:alpha val="100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83895" y="2369185"/>
            <a:ext cx="10711180" cy="492125"/>
          </a:xfrm>
          <a:prstGeom prst="rect">
            <a:avLst/>
          </a:prstGeom>
          <a:solidFill>
            <a:srgbClr val="00643C">
              <a:alpha val="3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3895" y="2861310"/>
            <a:ext cx="10711180" cy="492125"/>
          </a:xfrm>
          <a:prstGeom prst="rect">
            <a:avLst/>
          </a:prstGeom>
          <a:solidFill>
            <a:srgbClr val="00643C">
              <a:alpha val="1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3895" y="3352800"/>
            <a:ext cx="10711180" cy="492125"/>
          </a:xfrm>
          <a:prstGeom prst="rect">
            <a:avLst/>
          </a:prstGeom>
          <a:solidFill>
            <a:srgbClr val="00643C">
              <a:alpha val="3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3895" y="3844925"/>
            <a:ext cx="10711180" cy="492125"/>
          </a:xfrm>
          <a:prstGeom prst="rect">
            <a:avLst/>
          </a:prstGeom>
          <a:solidFill>
            <a:srgbClr val="00643C">
              <a:alpha val="1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3895" y="4345305"/>
            <a:ext cx="10711180" cy="492125"/>
          </a:xfrm>
          <a:prstGeom prst="rect">
            <a:avLst/>
          </a:prstGeom>
          <a:solidFill>
            <a:srgbClr val="00643C">
              <a:alpha val="3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3895" y="4836795"/>
            <a:ext cx="10711180" cy="492125"/>
          </a:xfrm>
          <a:prstGeom prst="rect">
            <a:avLst/>
          </a:prstGeom>
          <a:solidFill>
            <a:srgbClr val="00643C">
              <a:alpha val="15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3895" y="5328285"/>
            <a:ext cx="10711180" cy="492125"/>
          </a:xfrm>
          <a:prstGeom prst="rect">
            <a:avLst/>
          </a:prstGeom>
          <a:solidFill>
            <a:srgbClr val="00643C">
              <a:alpha val="3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28775" y="1893570"/>
            <a:ext cx="774700" cy="3429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TWK Everett"/>
                <a:ea typeface="TWK Everett"/>
                <a:cs typeface="TWK Everett"/>
                <a:sym typeface="TWK Everett"/>
              </a:rPr>
              <a:t>Title 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239895" y="1893570"/>
            <a:ext cx="774700" cy="3429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TWK Everett"/>
                <a:ea typeface="TWK Everett"/>
                <a:cs typeface="TWK Everett"/>
                <a:sym typeface="TWK Everett"/>
              </a:rPr>
              <a:t>Title 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94830" y="1893570"/>
            <a:ext cx="774700" cy="3429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TWK Everett"/>
                <a:ea typeface="TWK Everett"/>
                <a:cs typeface="TWK Everett"/>
                <a:sym typeface="TWK Everett"/>
              </a:rPr>
              <a:t>Title 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49765" y="1893570"/>
            <a:ext cx="774700" cy="3429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TWK Everett"/>
                <a:ea typeface="TWK Everett"/>
                <a:cs typeface="TWK Everett"/>
                <a:sym typeface="TWK Everett"/>
              </a:rPr>
              <a:t>Title 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30325" y="246253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30325" y="295402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30325" y="34467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330325" y="39420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330325" y="443674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330325" y="494093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330325" y="541401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002405" y="246253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002405" y="295402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002405" y="34467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002405" y="39420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002405" y="443674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002405" y="494093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002405" y="541401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95110" y="246253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595110" y="295402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595110" y="34467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595110" y="39420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595110" y="443674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595110" y="494093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95110" y="541401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87815" y="246253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187815" y="295402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187815" y="34467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187815" y="394208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187815" y="443674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187815" y="4940935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187815" y="5414010"/>
            <a:ext cx="13716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Put Title Here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Input Title Here Input Title Here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0110" y="1934210"/>
            <a:ext cx="2503805" cy="1577975"/>
          </a:xfrm>
          <a:prstGeom prst="roundRect">
            <a:avLst>
              <a:gd name="adj" fmla="val 8743"/>
            </a:avLst>
          </a:prstGeom>
          <a:solidFill>
            <a:srgbClr val="EEEEEE">
              <a:alpha val="82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62063" y="2225040"/>
            <a:ext cx="1739900" cy="711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90%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37602" y="2969895"/>
            <a:ext cx="18669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some text content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791585" y="1934210"/>
            <a:ext cx="2503805" cy="1577975"/>
          </a:xfrm>
          <a:prstGeom prst="roundRect">
            <a:avLst>
              <a:gd name="adj" fmla="val 8743"/>
            </a:avLst>
          </a:prstGeom>
          <a:solidFill>
            <a:srgbClr val="EEEEEE">
              <a:alpha val="82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173538" y="2225040"/>
            <a:ext cx="1739900" cy="711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256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49078" y="2969895"/>
            <a:ext cx="18669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some text content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0110" y="3789045"/>
            <a:ext cx="2503805" cy="1577975"/>
          </a:xfrm>
          <a:prstGeom prst="roundRect">
            <a:avLst>
              <a:gd name="adj" fmla="val 8743"/>
            </a:avLst>
          </a:prstGeom>
          <a:solidFill>
            <a:srgbClr val="EEEEEE">
              <a:alpha val="82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62063" y="4079875"/>
            <a:ext cx="1739900" cy="711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ALL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37602" y="4824730"/>
            <a:ext cx="18669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some text content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791585" y="3789045"/>
            <a:ext cx="2503805" cy="1577975"/>
          </a:xfrm>
          <a:prstGeom prst="roundRect">
            <a:avLst>
              <a:gd name="adj" fmla="val 8743"/>
            </a:avLst>
          </a:prstGeom>
          <a:solidFill>
            <a:srgbClr val="EEEEEE">
              <a:alpha val="82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73538" y="4079875"/>
            <a:ext cx="1739900" cy="711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TOP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49078" y="4824730"/>
            <a:ext cx="18669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some text content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71945" y="1934210"/>
            <a:ext cx="2503805" cy="1577975"/>
          </a:xfrm>
          <a:prstGeom prst="roundRect">
            <a:avLst>
              <a:gd name="adj" fmla="val 8743"/>
            </a:avLst>
          </a:prstGeom>
          <a:solidFill>
            <a:srgbClr val="EEEEEE">
              <a:alpha val="82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053898" y="2225040"/>
            <a:ext cx="1739900" cy="711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123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29438" y="2969895"/>
            <a:ext cx="18669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some text content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71945" y="3789045"/>
            <a:ext cx="2503805" cy="1577975"/>
          </a:xfrm>
          <a:prstGeom prst="roundRect">
            <a:avLst>
              <a:gd name="adj" fmla="val 8743"/>
            </a:avLst>
          </a:prstGeom>
          <a:solidFill>
            <a:srgbClr val="EEEEEE">
              <a:alpha val="82000"/>
            </a:srgbClr>
          </a:solidFill>
          <a:ln w="12700" cap="flat">
            <a:noFill/>
            <a:prstDash val="solid"/>
            <a:miter lim="8000000"/>
          </a:ln>
        </p:spPr>
        <p:txBody>
          <a:bodyPr anchor="ctr" rtlCol="false" vert="horz" lIns="45719" rIns="45719" tIns="45719" bIns="45719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TWK Everett Regular"/>
                <a:ea typeface="TWK Everett Regular"/>
                <a:cs typeface="TWK Everett Regular"/>
                <a:sym typeface="TWK Everett Regular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32930" y="4079875"/>
            <a:ext cx="1981200" cy="7112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0633B"/>
                </a:solidFill>
                <a:latin typeface="TWK Everett"/>
                <a:ea typeface="TWK Everett"/>
                <a:cs typeface="TWK Everett"/>
                <a:sym typeface="TWK Everett"/>
              </a:rPr>
              <a:t>13.7K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90397" y="4824730"/>
            <a:ext cx="1866900" cy="304800"/>
          </a:xfrm>
          <a:prstGeom prst="rect">
            <a:avLst/>
          </a:prstGeom>
          <a:noFill/>
          <a:ln w="12700" cap="flat">
            <a:noFill/>
            <a:prstDash val="solid"/>
            <a:miter lim="4000000"/>
          </a:ln>
        </p:spPr>
        <p:txBody>
          <a:bodyPr anchor="t" rtlCol="false" vert="horz" lIns="45719" rIns="45719" tIns="45719" bIns="45719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TWK Everett"/>
                <a:ea typeface="TWK Everett"/>
                <a:cs typeface="TWK Everett"/>
                <a:sym typeface="TWK Everett"/>
              </a:rPr>
              <a:t>some text content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77916" y="2579914"/>
            <a:ext cx="3017622" cy="34895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704080" y="2443480"/>
            <a:ext cx="1630680" cy="5175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997700" y="2427605"/>
            <a:ext cx="2079625" cy="49466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3298825" y="4215765"/>
            <a:ext cx="1405255" cy="3797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200688" y="3542383"/>
            <a:ext cx="1166075" cy="30474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7485370" y="3520281"/>
            <a:ext cx="1405008" cy="25358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5407891" y="4260846"/>
            <a:ext cx="1040050" cy="29775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2912390" y="3469993"/>
            <a:ext cx="1706047" cy="30474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9489440" y="2543175"/>
            <a:ext cx="897890" cy="3790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9489200" y="3436289"/>
            <a:ext cx="1232794" cy="3144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164121" y="3470246"/>
            <a:ext cx="1527913" cy="33521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1195203" y="4215924"/>
            <a:ext cx="1716969" cy="33521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587139" y="978586"/>
            <a:ext cx="10274300" cy="584200"/>
          </a:xfrm>
          <a:prstGeom prst="rect">
            <a:avLst/>
          </a:prstGeom>
          <a:noFill/>
          <a:ln w="12700">
            <a:noFill/>
            <a:prstDash val="solid"/>
            <a:miter lim="4000000"/>
          </a:ln>
        </p:spPr>
        <p:txBody>
          <a:bodyPr anchor="t" rtlCol="false" lIns="45719" rIns="45719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643C"/>
                </a:solidFill>
                <a:latin typeface="TWK Everett"/>
                <a:ea typeface="TWK Everett"/>
                <a:cs typeface="TWK Everett"/>
                <a:sym typeface="TWK Everett"/>
              </a:rPr>
              <a:t>COMPANY, PRODUCT, &amp; SOLVER LOGOS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8000">
              <a:srgbClr val="000000">
                <a:alpha val="100000"/>
              </a:srgbClr>
            </a:gs>
            <a:gs pos="54000">
              <a:srgbClr val="00643C">
                <a:alpha val="100000"/>
              </a:srgbClr>
            </a:gs>
            <a:gs pos="87000">
              <a:srgbClr val="008D55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8000"/>
          </a:blip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  <a:miter lim="4000000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884998" y="2780665"/>
            <a:ext cx="8422005" cy="7181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